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4610100" cy="34607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401C9C1-752C-4361-932F-41E3B491BC4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30400" y="809640"/>
            <a:ext cx="414864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24993BC-45D0-42FA-B01A-8A27207F975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414864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F43650-6857-4952-9A04-F697A64B94C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5F2EFC6-75E9-41C0-9373-4243C9527C5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D5F0957-9C45-40F9-9D97-C2001B40E43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ubTitle"/>
          </p:nvPr>
        </p:nvSpPr>
        <p:spPr>
          <a:xfrm>
            <a:off x="230400" y="137880"/>
            <a:ext cx="4148640" cy="26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178F989-5B43-4225-8720-400B079372B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2304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11AEA50-575E-491D-847A-3AAA8E1682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23562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9B41A3B-8424-47DF-A39C-FA33F401745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230400" y="1857960"/>
            <a:ext cx="414864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D255E32-BA25-4343-80EE-61FDF1CFAB9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414864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230400" y="1857960"/>
            <a:ext cx="414864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DD82AC-E04E-415A-AAA3-948690E76E4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/>
          </p:nvPr>
        </p:nvSpPr>
        <p:spPr>
          <a:xfrm>
            <a:off x="2304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/>
          </p:nvPr>
        </p:nvSpPr>
        <p:spPr>
          <a:xfrm>
            <a:off x="23562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4C3BC7-F885-4901-B238-0A719F0D169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1633320" y="80964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/>
          </p:nvPr>
        </p:nvSpPr>
        <p:spPr>
          <a:xfrm>
            <a:off x="3035880" y="80964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/>
          </p:nvPr>
        </p:nvSpPr>
        <p:spPr>
          <a:xfrm>
            <a:off x="230400" y="185796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/>
          </p:nvPr>
        </p:nvSpPr>
        <p:spPr>
          <a:xfrm>
            <a:off x="1633320" y="185796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1" name="PlaceHolder 7"/>
          <p:cNvSpPr>
            <a:spLocks noGrp="1"/>
          </p:cNvSpPr>
          <p:nvPr>
            <p:ph/>
          </p:nvPr>
        </p:nvSpPr>
        <p:spPr>
          <a:xfrm>
            <a:off x="3035880" y="185796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D190754-B354-4F7A-8E2E-82524B222DF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3E0B0DE-7410-421C-B921-EA8A3FE10A1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230400" y="809640"/>
            <a:ext cx="414864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217A762-2F7A-4D5E-BAC9-C88DDDB7A00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414864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A8EC166-6A4A-4EAD-8389-4A926B01B56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4EFDEE7-3139-4EE9-BB32-7CD1EFE28FD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9C8FF9F-729B-425D-8EFE-DA0246320D0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ubTitle"/>
          </p:nvPr>
        </p:nvSpPr>
        <p:spPr>
          <a:xfrm>
            <a:off x="230400" y="137880"/>
            <a:ext cx="4148640" cy="26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9C395BB-A46B-41D2-A1F3-0C3C9F41A1D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2304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837C8A6-F62B-4271-97C0-DCB2058F66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23562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59E3F25-239E-42B7-8509-FBF4F57579A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230400" y="1857960"/>
            <a:ext cx="414864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66055FA-AF09-4607-B2F5-4B4F53CCD9A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414864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230400" y="1857960"/>
            <a:ext cx="414864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30E596A-BA0F-4880-B060-2BC2F230730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/>
          </p:nvPr>
        </p:nvSpPr>
        <p:spPr>
          <a:xfrm>
            <a:off x="2304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/>
          </p:nvPr>
        </p:nvSpPr>
        <p:spPr>
          <a:xfrm>
            <a:off x="23562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8566E7A-040A-4939-8A4F-82BE04A824E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1633320" y="80964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/>
          </p:nvPr>
        </p:nvSpPr>
        <p:spPr>
          <a:xfrm>
            <a:off x="3035880" y="80964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/>
          </p:nvPr>
        </p:nvSpPr>
        <p:spPr>
          <a:xfrm>
            <a:off x="230400" y="185796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/>
          </p:nvPr>
        </p:nvSpPr>
        <p:spPr>
          <a:xfrm>
            <a:off x="1633320" y="185796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5" name="PlaceHolder 7"/>
          <p:cNvSpPr>
            <a:spLocks noGrp="1"/>
          </p:cNvSpPr>
          <p:nvPr>
            <p:ph/>
          </p:nvPr>
        </p:nvSpPr>
        <p:spPr>
          <a:xfrm>
            <a:off x="3035880" y="185796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311F28F-A919-458C-83E6-B48D657517D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E82A38C-A688-444E-AA7F-2D887DEB8ED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subTitle"/>
          </p:nvPr>
        </p:nvSpPr>
        <p:spPr>
          <a:xfrm>
            <a:off x="230400" y="809640"/>
            <a:ext cx="414864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B1EF041-7090-4F6E-861A-65F31EB10B7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414864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9C320F8-56E8-461C-B715-89E18F416F7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C8F78F0-6E77-489A-9EEA-594C9DB7EB7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CE2B1DD-7BC4-43C3-9078-70E48741471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subTitle"/>
          </p:nvPr>
        </p:nvSpPr>
        <p:spPr>
          <a:xfrm>
            <a:off x="230400" y="137880"/>
            <a:ext cx="4148640" cy="26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B540BEF-7726-4CCF-AC4E-5EE892D522F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/>
          </p:nvPr>
        </p:nvSpPr>
        <p:spPr>
          <a:xfrm>
            <a:off x="2304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A4924FB-AA78-4E1B-9BC1-0C7C0C725BA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/>
          </p:nvPr>
        </p:nvSpPr>
        <p:spPr>
          <a:xfrm>
            <a:off x="23562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E7C5C21-14A6-4A96-A7E5-B33EC2470AD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230400" y="1857960"/>
            <a:ext cx="414864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DFF99D8-A894-490A-9A0E-E48103089DE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414864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230400" y="1857960"/>
            <a:ext cx="414864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0973DDE-44F9-47B4-A21D-224C9FEEFFC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2304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23562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CAF6AB1-D06F-4387-8D0D-A8537D53E04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1633320" y="80964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4" name="PlaceHolder 4"/>
          <p:cNvSpPr>
            <a:spLocks noGrp="1"/>
          </p:cNvSpPr>
          <p:nvPr>
            <p:ph/>
          </p:nvPr>
        </p:nvSpPr>
        <p:spPr>
          <a:xfrm>
            <a:off x="3035880" y="80964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5" name="PlaceHolder 5"/>
          <p:cNvSpPr>
            <a:spLocks noGrp="1"/>
          </p:cNvSpPr>
          <p:nvPr>
            <p:ph/>
          </p:nvPr>
        </p:nvSpPr>
        <p:spPr>
          <a:xfrm>
            <a:off x="230400" y="185796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6" name="PlaceHolder 6"/>
          <p:cNvSpPr>
            <a:spLocks noGrp="1"/>
          </p:cNvSpPr>
          <p:nvPr>
            <p:ph/>
          </p:nvPr>
        </p:nvSpPr>
        <p:spPr>
          <a:xfrm>
            <a:off x="1633320" y="185796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7" name="PlaceHolder 7"/>
          <p:cNvSpPr>
            <a:spLocks noGrp="1"/>
          </p:cNvSpPr>
          <p:nvPr>
            <p:ph/>
          </p:nvPr>
        </p:nvSpPr>
        <p:spPr>
          <a:xfrm>
            <a:off x="3035880" y="185796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1361773-EFB0-467E-AA2A-DA98527FA2D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CD3BA03-AD18-4A79-A514-02582397FE1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subTitle"/>
          </p:nvPr>
        </p:nvSpPr>
        <p:spPr>
          <a:xfrm>
            <a:off x="230400" y="809640"/>
            <a:ext cx="414864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F714E31-2051-4803-8531-983D9158AB7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414864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399D03A-88DE-49CC-BB39-D6E8122BEF7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DB328C1-B294-42CB-9A5F-724E70DDFBA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AC7433F-63B6-4A40-93B6-FCBDD42537C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ubTitle"/>
          </p:nvPr>
        </p:nvSpPr>
        <p:spPr>
          <a:xfrm>
            <a:off x="230400" y="137880"/>
            <a:ext cx="4148640" cy="26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6598932-31F9-4767-8EED-20F9E437C60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/>
          </p:nvPr>
        </p:nvSpPr>
        <p:spPr>
          <a:xfrm>
            <a:off x="2304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EBF513F-AA05-4E34-B4CD-1291B4E3828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0" name="PlaceHolder 4"/>
          <p:cNvSpPr>
            <a:spLocks noGrp="1"/>
          </p:cNvSpPr>
          <p:nvPr>
            <p:ph/>
          </p:nvPr>
        </p:nvSpPr>
        <p:spPr>
          <a:xfrm>
            <a:off x="23562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D3871BC-1CEC-4FC7-BBBA-231BB3EDF91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4" name="PlaceHolder 4"/>
          <p:cNvSpPr>
            <a:spLocks noGrp="1"/>
          </p:cNvSpPr>
          <p:nvPr>
            <p:ph/>
          </p:nvPr>
        </p:nvSpPr>
        <p:spPr>
          <a:xfrm>
            <a:off x="230400" y="1857960"/>
            <a:ext cx="414864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856CDEC-035F-42E2-AC0E-70710F1E1E3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414864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230400" y="1857960"/>
            <a:ext cx="414864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A131A72-94EF-4CE1-870E-A0FD7440D75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1" name="PlaceHolder 4"/>
          <p:cNvSpPr>
            <a:spLocks noGrp="1"/>
          </p:cNvSpPr>
          <p:nvPr>
            <p:ph/>
          </p:nvPr>
        </p:nvSpPr>
        <p:spPr>
          <a:xfrm>
            <a:off x="2304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2" name="PlaceHolder 5"/>
          <p:cNvSpPr>
            <a:spLocks noGrp="1"/>
          </p:cNvSpPr>
          <p:nvPr>
            <p:ph/>
          </p:nvPr>
        </p:nvSpPr>
        <p:spPr>
          <a:xfrm>
            <a:off x="23562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ADEC839-5B79-47A7-8F03-ABE479C28B1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/>
          </p:nvPr>
        </p:nvSpPr>
        <p:spPr>
          <a:xfrm>
            <a:off x="1633320" y="80964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/>
          </p:nvPr>
        </p:nvSpPr>
        <p:spPr>
          <a:xfrm>
            <a:off x="3035880" y="80964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7" name="PlaceHolder 5"/>
          <p:cNvSpPr>
            <a:spLocks noGrp="1"/>
          </p:cNvSpPr>
          <p:nvPr>
            <p:ph/>
          </p:nvPr>
        </p:nvSpPr>
        <p:spPr>
          <a:xfrm>
            <a:off x="230400" y="185796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8" name="PlaceHolder 6"/>
          <p:cNvSpPr>
            <a:spLocks noGrp="1"/>
          </p:cNvSpPr>
          <p:nvPr>
            <p:ph/>
          </p:nvPr>
        </p:nvSpPr>
        <p:spPr>
          <a:xfrm>
            <a:off x="1633320" y="185796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9" name="PlaceHolder 7"/>
          <p:cNvSpPr>
            <a:spLocks noGrp="1"/>
          </p:cNvSpPr>
          <p:nvPr>
            <p:ph/>
          </p:nvPr>
        </p:nvSpPr>
        <p:spPr>
          <a:xfrm>
            <a:off x="3035880" y="185796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EB693DB-B5B1-4827-8B7D-0769A09BCA8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2C2DF6C-3A41-4C4C-958E-96C56E16D29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ubTitle"/>
          </p:nvPr>
        </p:nvSpPr>
        <p:spPr>
          <a:xfrm>
            <a:off x="230400" y="809640"/>
            <a:ext cx="414864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132492D-9146-49F4-AF50-D371E603997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414864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AF75E6F-7EFA-47E6-BFB4-AD1E260D574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ACC91CE-FE78-4380-BE04-6590E71E809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BFC1B41-79BF-4583-B7F5-C40BB75610B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ubTitle"/>
          </p:nvPr>
        </p:nvSpPr>
        <p:spPr>
          <a:xfrm>
            <a:off x="230400" y="137880"/>
            <a:ext cx="4148640" cy="26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6F83E14-F939-4CE4-9C17-B7765455888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8" name="PlaceHolder 4"/>
          <p:cNvSpPr>
            <a:spLocks noGrp="1"/>
          </p:cNvSpPr>
          <p:nvPr>
            <p:ph/>
          </p:nvPr>
        </p:nvSpPr>
        <p:spPr>
          <a:xfrm>
            <a:off x="2304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A2085EC-279F-4ED9-ADA5-4641BD94E78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2" name="PlaceHolder 4"/>
          <p:cNvSpPr>
            <a:spLocks noGrp="1"/>
          </p:cNvSpPr>
          <p:nvPr>
            <p:ph/>
          </p:nvPr>
        </p:nvSpPr>
        <p:spPr>
          <a:xfrm>
            <a:off x="23562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33A2F70-C2E9-48BC-A974-5100814CC5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230400" y="1857960"/>
            <a:ext cx="414864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1DB69F2-00CF-47BD-8938-19E0E0E4C1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414864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/>
          </p:nvPr>
        </p:nvSpPr>
        <p:spPr>
          <a:xfrm>
            <a:off x="230400" y="1857960"/>
            <a:ext cx="414864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08DAE44-1F71-41DD-9140-33A9D4A5F42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/>
          </p:nvPr>
        </p:nvSpPr>
        <p:spPr>
          <a:xfrm>
            <a:off x="2356200" y="80964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/>
          </p:nvPr>
        </p:nvSpPr>
        <p:spPr>
          <a:xfrm>
            <a:off x="2304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4" name="PlaceHolder 5"/>
          <p:cNvSpPr>
            <a:spLocks noGrp="1"/>
          </p:cNvSpPr>
          <p:nvPr>
            <p:ph/>
          </p:nvPr>
        </p:nvSpPr>
        <p:spPr>
          <a:xfrm>
            <a:off x="2356200" y="1857960"/>
            <a:ext cx="202428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67F45B3-11F0-49F8-A6E8-D6187C8E5BA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230400" y="114120"/>
            <a:ext cx="41486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/>
          </p:nvPr>
        </p:nvSpPr>
        <p:spPr>
          <a:xfrm>
            <a:off x="230400" y="80964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/>
          </p:nvPr>
        </p:nvSpPr>
        <p:spPr>
          <a:xfrm>
            <a:off x="1633320" y="80964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/>
          </p:nvPr>
        </p:nvSpPr>
        <p:spPr>
          <a:xfrm>
            <a:off x="3035880" y="80964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/>
          </p:nvPr>
        </p:nvSpPr>
        <p:spPr>
          <a:xfrm>
            <a:off x="230400" y="185796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0" name="PlaceHolder 6"/>
          <p:cNvSpPr>
            <a:spLocks noGrp="1"/>
          </p:cNvSpPr>
          <p:nvPr>
            <p:ph/>
          </p:nvPr>
        </p:nvSpPr>
        <p:spPr>
          <a:xfrm>
            <a:off x="1633320" y="185796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1" name="PlaceHolder 7"/>
          <p:cNvSpPr>
            <a:spLocks noGrp="1"/>
          </p:cNvSpPr>
          <p:nvPr>
            <p:ph/>
          </p:nvPr>
        </p:nvSpPr>
        <p:spPr>
          <a:xfrm>
            <a:off x="3035880" y="1857960"/>
            <a:ext cx="1335600" cy="95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9CC2DF1-1911-401B-90AE-4E3A40E0866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bg object 16"/>
          <p:cNvSpPr/>
          <p:nvPr/>
        </p:nvSpPr>
        <p:spPr>
          <a:xfrm>
            <a:off x="0" y="0"/>
            <a:ext cx="2300760" cy="104400"/>
          </a:xfrm>
          <a:custGeom>
            <a:avLst/>
            <a:gdLst/>
            <a:ahLst/>
            <a:rect l="l" t="t" r="r" b="b"/>
            <a:pathLst>
              <a:path w="2304415" h="107950">
                <a:moveTo>
                  <a:pt x="2303995" y="0"/>
                </a:moveTo>
                <a:lnTo>
                  <a:pt x="0" y="0"/>
                </a:lnTo>
                <a:lnTo>
                  <a:pt x="0" y="107530"/>
                </a:lnTo>
                <a:lnTo>
                  <a:pt x="2303995" y="107530"/>
                </a:lnTo>
                <a:lnTo>
                  <a:pt x="2303995" y="0"/>
                </a:lnTo>
                <a:close/>
              </a:path>
            </a:pathLst>
          </a:custGeom>
          <a:solidFill>
            <a:srgbClr val="adad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" name="PlaceHolder 1"/>
          <p:cNvSpPr>
            <a:spLocks noGrp="1"/>
          </p:cNvSpPr>
          <p:nvPr>
            <p:ph type="ftr" idx="1"/>
          </p:nvPr>
        </p:nvSpPr>
        <p:spPr>
          <a:xfrm>
            <a:off x="1567440" y="3218400"/>
            <a:ext cx="1471680" cy="16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sldNum" idx="2"/>
          </p:nvPr>
        </p:nvSpPr>
        <p:spPr>
          <a:xfrm>
            <a:off x="3319200" y="3218400"/>
            <a:ext cx="1056600" cy="16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400" spc="-1" strike="noStrike">
                <a:solidFill>
                  <a:srgbClr val="b2b2b2"/>
                </a:solidFill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C4C8A31-C30F-42CC-BDD2-3E5662C02832}" type="slidenum">
              <a:rPr b="0" lang="en-US" sz="1400" spc="-1" strike="noStrike">
                <a:solidFill>
                  <a:srgbClr val="b2b2b2"/>
                </a:solidFill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dt" idx="3"/>
          </p:nvPr>
        </p:nvSpPr>
        <p:spPr>
          <a:xfrm>
            <a:off x="230400" y="3218400"/>
            <a:ext cx="1056600" cy="16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title"/>
          </p:nvPr>
        </p:nvSpPr>
        <p:spPr>
          <a:xfrm>
            <a:off x="230400" y="137880"/>
            <a:ext cx="4148640" cy="57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body"/>
          </p:nvPr>
        </p:nvSpPr>
        <p:spPr>
          <a:xfrm>
            <a:off x="230400" y="809640"/>
            <a:ext cx="414864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3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bg object 16" hidden="1"/>
          <p:cNvSpPr/>
          <p:nvPr/>
        </p:nvSpPr>
        <p:spPr>
          <a:xfrm>
            <a:off x="0" y="0"/>
            <a:ext cx="2300760" cy="104400"/>
          </a:xfrm>
          <a:custGeom>
            <a:avLst/>
            <a:gdLst/>
            <a:ahLst/>
            <a:rect l="l" t="t" r="r" b="b"/>
            <a:pathLst>
              <a:path w="2304415" h="107950">
                <a:moveTo>
                  <a:pt x="2303995" y="0"/>
                </a:moveTo>
                <a:lnTo>
                  <a:pt x="0" y="0"/>
                </a:lnTo>
                <a:lnTo>
                  <a:pt x="0" y="107530"/>
                </a:lnTo>
                <a:lnTo>
                  <a:pt x="2303995" y="107530"/>
                </a:lnTo>
                <a:lnTo>
                  <a:pt x="2303995" y="0"/>
                </a:lnTo>
                <a:close/>
              </a:path>
            </a:pathLst>
          </a:custGeom>
          <a:solidFill>
            <a:srgbClr val="adad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" name="bg object 16"/>
          <p:cNvSpPr/>
          <p:nvPr/>
        </p:nvSpPr>
        <p:spPr>
          <a:xfrm>
            <a:off x="0" y="0"/>
            <a:ext cx="2300760" cy="104400"/>
          </a:xfrm>
          <a:custGeom>
            <a:avLst/>
            <a:gdLst/>
            <a:ahLst/>
            <a:rect l="l" t="t" r="r" b="b"/>
            <a:pathLst>
              <a:path w="2304415" h="107950">
                <a:moveTo>
                  <a:pt x="2303995" y="0"/>
                </a:moveTo>
                <a:lnTo>
                  <a:pt x="0" y="0"/>
                </a:lnTo>
                <a:lnTo>
                  <a:pt x="0" y="107530"/>
                </a:lnTo>
                <a:lnTo>
                  <a:pt x="2303995" y="107530"/>
                </a:lnTo>
                <a:lnTo>
                  <a:pt x="2303995" y="0"/>
                </a:lnTo>
                <a:close/>
              </a:path>
            </a:pathLst>
          </a:custGeom>
          <a:solidFill>
            <a:srgbClr val="adad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bg object 17"/>
          <p:cNvSpPr/>
          <p:nvPr/>
        </p:nvSpPr>
        <p:spPr>
          <a:xfrm>
            <a:off x="2304000" y="0"/>
            <a:ext cx="2300760" cy="104400"/>
          </a:xfrm>
          <a:custGeom>
            <a:avLst/>
            <a:gdLst/>
            <a:ahLst/>
            <a:rect l="l" t="t" r="r" b="b"/>
            <a:pathLst>
              <a:path w="2304415" h="107950">
                <a:moveTo>
                  <a:pt x="2303995" y="0"/>
                </a:moveTo>
                <a:lnTo>
                  <a:pt x="0" y="0"/>
                </a:lnTo>
                <a:lnTo>
                  <a:pt x="0" y="107530"/>
                </a:lnTo>
                <a:lnTo>
                  <a:pt x="2303995" y="107530"/>
                </a:lnTo>
                <a:lnTo>
                  <a:pt x="2303995" y="0"/>
                </a:lnTo>
                <a:close/>
              </a:path>
            </a:pathLst>
          </a:custGeom>
          <a:solidFill>
            <a:srgbClr val="848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PlaceHolder 1"/>
          <p:cNvSpPr>
            <a:spLocks noGrp="1"/>
          </p:cNvSpPr>
          <p:nvPr>
            <p:ph type="ftr" idx="4"/>
          </p:nvPr>
        </p:nvSpPr>
        <p:spPr>
          <a:xfrm>
            <a:off x="1567440" y="3218400"/>
            <a:ext cx="1471680" cy="16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5"/>
          </p:nvPr>
        </p:nvSpPr>
        <p:spPr>
          <a:xfrm>
            <a:off x="3319200" y="3218400"/>
            <a:ext cx="1056600" cy="16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400" spc="-1" strike="noStrike">
                <a:solidFill>
                  <a:srgbClr val="b2b2b2"/>
                </a:solidFill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F2EE6A9-A81F-4FC9-A14B-BF1E277151B2}" type="slidenum">
              <a:rPr b="0" lang="en-US" sz="1400" spc="-1" strike="noStrike">
                <a:solidFill>
                  <a:srgbClr val="b2b2b2"/>
                </a:solidFill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6"/>
          </p:nvPr>
        </p:nvSpPr>
        <p:spPr>
          <a:xfrm>
            <a:off x="230400" y="3218400"/>
            <a:ext cx="1056600" cy="169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title"/>
          </p:nvPr>
        </p:nvSpPr>
        <p:spPr>
          <a:xfrm>
            <a:off x="230400" y="137880"/>
            <a:ext cx="4148640" cy="57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230400" y="809640"/>
            <a:ext cx="414864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3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bg object 16"/>
          <p:cNvSpPr/>
          <p:nvPr/>
        </p:nvSpPr>
        <p:spPr>
          <a:xfrm>
            <a:off x="0" y="0"/>
            <a:ext cx="2303280" cy="106920"/>
          </a:xfrm>
          <a:custGeom>
            <a:avLst/>
            <a:gdLst/>
            <a:ahLst/>
            <a:rect l="l" t="t" r="r" b="b"/>
            <a:pathLst>
              <a:path w="2304415" h="107950">
                <a:moveTo>
                  <a:pt x="2303995" y="0"/>
                </a:moveTo>
                <a:lnTo>
                  <a:pt x="0" y="0"/>
                </a:lnTo>
                <a:lnTo>
                  <a:pt x="0" y="107530"/>
                </a:lnTo>
                <a:lnTo>
                  <a:pt x="2303995" y="107530"/>
                </a:lnTo>
                <a:lnTo>
                  <a:pt x="2303995" y="0"/>
                </a:lnTo>
                <a:close/>
              </a:path>
            </a:pathLst>
          </a:custGeom>
          <a:solidFill>
            <a:srgbClr val="adad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PlaceHolder 1"/>
          <p:cNvSpPr>
            <a:spLocks noGrp="1"/>
          </p:cNvSpPr>
          <p:nvPr>
            <p:ph type="ftr" idx="7"/>
          </p:nvPr>
        </p:nvSpPr>
        <p:spPr>
          <a:xfrm>
            <a:off x="1567440" y="3218400"/>
            <a:ext cx="1474200" cy="172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8"/>
          </p:nvPr>
        </p:nvSpPr>
        <p:spPr>
          <a:xfrm>
            <a:off x="3319200" y="3218400"/>
            <a:ext cx="1059120" cy="172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400" spc="-1" strike="noStrike">
                <a:solidFill>
                  <a:srgbClr val="b2b2b2"/>
                </a:solidFill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5D6FBA-9683-4E90-A7AC-03AFF7D23572}" type="slidenum">
              <a:rPr b="0" lang="en-US" sz="1400" spc="-1" strike="noStrike">
                <a:solidFill>
                  <a:srgbClr val="b2b2b2"/>
                </a:solidFill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dt" idx="9"/>
          </p:nvPr>
        </p:nvSpPr>
        <p:spPr>
          <a:xfrm>
            <a:off x="230400" y="3218400"/>
            <a:ext cx="1059120" cy="172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title"/>
          </p:nvPr>
        </p:nvSpPr>
        <p:spPr>
          <a:xfrm>
            <a:off x="230400" y="137880"/>
            <a:ext cx="4148640" cy="57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91" name="PlaceHolder 5"/>
          <p:cNvSpPr>
            <a:spLocks noGrp="1"/>
          </p:cNvSpPr>
          <p:nvPr>
            <p:ph type="body"/>
          </p:nvPr>
        </p:nvSpPr>
        <p:spPr>
          <a:xfrm>
            <a:off x="230400" y="809640"/>
            <a:ext cx="414864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3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bg object 16"/>
          <p:cNvSpPr/>
          <p:nvPr/>
        </p:nvSpPr>
        <p:spPr>
          <a:xfrm>
            <a:off x="0" y="0"/>
            <a:ext cx="2303280" cy="106920"/>
          </a:xfrm>
          <a:custGeom>
            <a:avLst/>
            <a:gdLst/>
            <a:ahLst/>
            <a:rect l="l" t="t" r="r" b="b"/>
            <a:pathLst>
              <a:path w="2304415" h="107950">
                <a:moveTo>
                  <a:pt x="2303995" y="0"/>
                </a:moveTo>
                <a:lnTo>
                  <a:pt x="0" y="0"/>
                </a:lnTo>
                <a:lnTo>
                  <a:pt x="0" y="107530"/>
                </a:lnTo>
                <a:lnTo>
                  <a:pt x="2303995" y="107530"/>
                </a:lnTo>
                <a:lnTo>
                  <a:pt x="2303995" y="0"/>
                </a:lnTo>
                <a:close/>
              </a:path>
            </a:pathLst>
          </a:custGeom>
          <a:solidFill>
            <a:srgbClr val="adad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PlaceHolder 1"/>
          <p:cNvSpPr>
            <a:spLocks noGrp="1"/>
          </p:cNvSpPr>
          <p:nvPr>
            <p:ph type="ftr" idx="10"/>
          </p:nvPr>
        </p:nvSpPr>
        <p:spPr>
          <a:xfrm>
            <a:off x="1567440" y="3218400"/>
            <a:ext cx="1474200" cy="172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sldNum" idx="11"/>
          </p:nvPr>
        </p:nvSpPr>
        <p:spPr>
          <a:xfrm>
            <a:off x="3319200" y="3218400"/>
            <a:ext cx="1059120" cy="172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400" spc="-1" strike="noStrike">
                <a:solidFill>
                  <a:srgbClr val="b2b2b2"/>
                </a:solidFill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C700B11-F78E-450B-A150-0159BE2AD525}" type="slidenum">
              <a:rPr b="0" lang="en-US" sz="1400" spc="-1" strike="noStrike">
                <a:solidFill>
                  <a:srgbClr val="b2b2b2"/>
                </a:solidFill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dt" idx="12"/>
          </p:nvPr>
        </p:nvSpPr>
        <p:spPr>
          <a:xfrm>
            <a:off x="230400" y="3218400"/>
            <a:ext cx="1059120" cy="172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title"/>
          </p:nvPr>
        </p:nvSpPr>
        <p:spPr>
          <a:xfrm>
            <a:off x="230400" y="137880"/>
            <a:ext cx="4148640" cy="57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body"/>
          </p:nvPr>
        </p:nvSpPr>
        <p:spPr>
          <a:xfrm>
            <a:off x="230400" y="809640"/>
            <a:ext cx="414864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3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bg object 16"/>
          <p:cNvSpPr/>
          <p:nvPr/>
        </p:nvSpPr>
        <p:spPr>
          <a:xfrm>
            <a:off x="0" y="0"/>
            <a:ext cx="2303280" cy="106920"/>
          </a:xfrm>
          <a:custGeom>
            <a:avLst/>
            <a:gdLst/>
            <a:ahLst/>
            <a:rect l="l" t="t" r="r" b="b"/>
            <a:pathLst>
              <a:path w="2304415" h="107950">
                <a:moveTo>
                  <a:pt x="2303995" y="0"/>
                </a:moveTo>
                <a:lnTo>
                  <a:pt x="0" y="0"/>
                </a:lnTo>
                <a:lnTo>
                  <a:pt x="0" y="107530"/>
                </a:lnTo>
                <a:lnTo>
                  <a:pt x="2303995" y="107530"/>
                </a:lnTo>
                <a:lnTo>
                  <a:pt x="2303995" y="0"/>
                </a:lnTo>
                <a:close/>
              </a:path>
            </a:pathLst>
          </a:custGeom>
          <a:solidFill>
            <a:srgbClr val="adad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PlaceHolder 1"/>
          <p:cNvSpPr>
            <a:spLocks noGrp="1"/>
          </p:cNvSpPr>
          <p:nvPr>
            <p:ph type="ftr" idx="13"/>
          </p:nvPr>
        </p:nvSpPr>
        <p:spPr>
          <a:xfrm>
            <a:off x="1567440" y="3218400"/>
            <a:ext cx="1474200" cy="172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sldNum" idx="14"/>
          </p:nvPr>
        </p:nvSpPr>
        <p:spPr>
          <a:xfrm>
            <a:off x="3319200" y="3218400"/>
            <a:ext cx="1059120" cy="172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400" spc="-1" strike="noStrike">
                <a:solidFill>
                  <a:srgbClr val="b2b2b2"/>
                </a:solidFill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FDE6EC2-64DC-4F8D-A2B6-C1DA1527B44F}" type="slidenum">
              <a:rPr b="0" lang="en-US" sz="1400" spc="-1" strike="noStrike">
                <a:solidFill>
                  <a:srgbClr val="b2b2b2"/>
                </a:solidFill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dt" idx="15"/>
          </p:nvPr>
        </p:nvSpPr>
        <p:spPr>
          <a:xfrm>
            <a:off x="230400" y="3218400"/>
            <a:ext cx="1059120" cy="172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 type="title"/>
          </p:nvPr>
        </p:nvSpPr>
        <p:spPr>
          <a:xfrm>
            <a:off x="230400" y="137880"/>
            <a:ext cx="4148640" cy="57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75" name="PlaceHolder 5"/>
          <p:cNvSpPr>
            <a:spLocks noGrp="1"/>
          </p:cNvSpPr>
          <p:nvPr>
            <p:ph type="body"/>
          </p:nvPr>
        </p:nvSpPr>
        <p:spPr>
          <a:xfrm>
            <a:off x="230400" y="809640"/>
            <a:ext cx="4148640" cy="200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3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object 2"/>
          <p:cNvSpPr/>
          <p:nvPr/>
        </p:nvSpPr>
        <p:spPr>
          <a:xfrm>
            <a:off x="1412280" y="626760"/>
            <a:ext cx="1780200" cy="56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41120" bIns="0" anchor="t">
            <a:spAutoFit/>
          </a:bodyPr>
          <a:p>
            <a:pPr algn="ctr">
              <a:lnSpc>
                <a:spcPct val="100000"/>
              </a:lnSpc>
              <a:spcBef>
                <a:spcPts val="1111"/>
              </a:spcBef>
              <a:buNone/>
            </a:pPr>
            <a:r>
              <a:rPr b="1" lang="en-US" sz="1400" spc="-1" strike="noStrike">
                <a:solidFill>
                  <a:srgbClr val="3333b2"/>
                </a:solidFill>
                <a:latin typeface="Arial"/>
                <a:ea typeface="DejaVu Sans"/>
              </a:rPr>
              <a:t>Distributed</a:t>
            </a:r>
            <a:r>
              <a:rPr b="1" lang="en-US" sz="1400" spc="92" strike="noStrike">
                <a:solidFill>
                  <a:srgbClr val="3333b2"/>
                </a:solidFill>
                <a:latin typeface="Arial"/>
                <a:ea typeface="DejaVu Sans"/>
              </a:rPr>
              <a:t> </a:t>
            </a:r>
            <a:r>
              <a:rPr b="1" lang="en-US" sz="1400" spc="-12" strike="noStrike">
                <a:solidFill>
                  <a:srgbClr val="3333b2"/>
                </a:solidFill>
                <a:latin typeface="Arial"/>
                <a:ea typeface="DejaVu Sans"/>
              </a:rPr>
              <a:t>Systems</a:t>
            </a:r>
            <a:endParaRPr b="0" lang="en-US" sz="1400" spc="-1" strike="noStrike">
              <a:latin typeface="Arial"/>
            </a:endParaRPr>
          </a:p>
          <a:p>
            <a:pPr marL="3960" algn="ctr">
              <a:lnSpc>
                <a:spcPct val="100000"/>
              </a:lnSpc>
              <a:spcBef>
                <a:spcPts val="609"/>
              </a:spcBef>
              <a:buNone/>
            </a:pPr>
            <a:r>
              <a:rPr b="0" lang="en-US" sz="900" spc="-1" strike="noStrike">
                <a:solidFill>
                  <a:srgbClr val="3333b2"/>
                </a:solidFill>
                <a:latin typeface="Arial"/>
                <a:ea typeface="DejaVu Sans"/>
              </a:rPr>
              <a:t>(4th</a:t>
            </a:r>
            <a:r>
              <a:rPr b="0" lang="en-US" sz="900" spc="-41" strike="noStrike">
                <a:solidFill>
                  <a:srgbClr val="3333b2"/>
                </a:solidFill>
                <a:latin typeface="Arial"/>
                <a:ea typeface="DejaVu Sans"/>
              </a:rPr>
              <a:t> </a:t>
            </a:r>
            <a:r>
              <a:rPr b="0" lang="en-US" sz="900" spc="-1" strike="noStrike">
                <a:solidFill>
                  <a:srgbClr val="3333b2"/>
                </a:solidFill>
                <a:latin typeface="Arial"/>
                <a:ea typeface="DejaVu Sans"/>
              </a:rPr>
              <a:t>edition,</a:t>
            </a:r>
            <a:r>
              <a:rPr b="0" lang="en-US" sz="900" spc="-41" strike="noStrike">
                <a:solidFill>
                  <a:srgbClr val="3333b2"/>
                </a:solidFill>
                <a:latin typeface="Arial"/>
                <a:ea typeface="DejaVu Sans"/>
              </a:rPr>
              <a:t> </a:t>
            </a:r>
            <a:r>
              <a:rPr b="0" lang="en-US" sz="900" spc="-1" strike="noStrike">
                <a:solidFill>
                  <a:srgbClr val="3333b2"/>
                </a:solidFill>
                <a:latin typeface="Arial"/>
                <a:ea typeface="DejaVu Sans"/>
              </a:rPr>
              <a:t>version</a:t>
            </a:r>
            <a:r>
              <a:rPr b="0" lang="en-US" sz="900" spc="-35" strike="noStrike">
                <a:solidFill>
                  <a:srgbClr val="3333b2"/>
                </a:solidFill>
                <a:latin typeface="Arial"/>
                <a:ea typeface="DejaVu Sans"/>
              </a:rPr>
              <a:t> </a:t>
            </a:r>
            <a:r>
              <a:rPr b="0" lang="en-US" sz="900" spc="-26" strike="noStrike">
                <a:solidFill>
                  <a:srgbClr val="3333b2"/>
                </a:solidFill>
                <a:latin typeface="Arial"/>
                <a:ea typeface="DejaVu Sans"/>
              </a:rPr>
              <a:t>01)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213" name="object 3"/>
          <p:cNvSpPr/>
          <p:nvPr/>
        </p:nvSpPr>
        <p:spPr>
          <a:xfrm>
            <a:off x="1307880" y="2409480"/>
            <a:ext cx="1989000" cy="2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7280" bIns="0" anchor="t">
            <a:spAutoFit/>
          </a:bodyPr>
          <a:p>
            <a:pPr marL="12600">
              <a:lnSpc>
                <a:spcPct val="100000"/>
              </a:lnSpc>
              <a:spcBef>
                <a:spcPts val="136"/>
              </a:spcBef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Chapter</a:t>
            </a:r>
            <a:r>
              <a:rPr b="0" lang="en-US" sz="1400" spc="38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02:</a:t>
            </a:r>
            <a:r>
              <a:rPr b="0" lang="en-US" sz="1400" spc="148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en-US" sz="1400" spc="-12" strike="noStrike">
                <a:solidFill>
                  <a:srgbClr val="000000"/>
                </a:solidFill>
                <a:latin typeface="Arial"/>
                <a:ea typeface="DejaVu Sans"/>
              </a:rPr>
              <a:t>Architecture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14" name=""/>
          <p:cNvSpPr/>
          <p:nvPr/>
        </p:nvSpPr>
        <p:spPr>
          <a:xfrm>
            <a:off x="1222920" y="1287720"/>
            <a:ext cx="234576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Arial"/>
                <a:ea typeface="DejaVu Sans"/>
              </a:rPr>
              <a:t>https://www.distributed-systems.net/</a:t>
            </a:r>
            <a:endParaRPr b="0" lang="en-US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object 84"/>
          <p:cNvSpPr/>
          <p:nvPr/>
        </p:nvSpPr>
        <p:spPr>
          <a:xfrm>
            <a:off x="53640" y="-1440"/>
            <a:ext cx="393840" cy="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Architectures</a:t>
            </a:r>
            <a:endParaRPr b="0" lang="en-US" sz="500" spc="-1" strike="noStrike">
              <a:latin typeface="Arial"/>
            </a:endParaRPr>
          </a:p>
        </p:txBody>
      </p:sp>
      <p:sp>
        <p:nvSpPr>
          <p:cNvPr id="216" name="object 85"/>
          <p:cNvSpPr/>
          <p:nvPr/>
        </p:nvSpPr>
        <p:spPr>
          <a:xfrm>
            <a:off x="2304000" y="0"/>
            <a:ext cx="2303280" cy="106920"/>
          </a:xfrm>
          <a:custGeom>
            <a:avLst/>
            <a:gdLst/>
            <a:ahLst/>
            <a:rect l="l" t="t" r="r" b="b"/>
            <a:pathLst>
              <a:path w="2304415" h="107950">
                <a:moveTo>
                  <a:pt x="2303995" y="0"/>
                </a:moveTo>
                <a:lnTo>
                  <a:pt x="0" y="0"/>
                </a:lnTo>
                <a:lnTo>
                  <a:pt x="0" y="107530"/>
                </a:lnTo>
                <a:lnTo>
                  <a:pt x="2303995" y="107530"/>
                </a:lnTo>
                <a:lnTo>
                  <a:pt x="2303995" y="0"/>
                </a:lnTo>
                <a:close/>
              </a:path>
            </a:pathLst>
          </a:custGeom>
          <a:solidFill>
            <a:srgbClr val="848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7" name="object 86"/>
          <p:cNvSpPr/>
          <p:nvPr/>
        </p:nvSpPr>
        <p:spPr>
          <a:xfrm>
            <a:off x="3747960" y="-1440"/>
            <a:ext cx="806040" cy="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Hybrid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system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architectures</a:t>
            </a:r>
            <a:endParaRPr b="0" lang="en-US" sz="500" spc="-1" strike="noStrike">
              <a:latin typeface="Arial"/>
            </a:endParaRPr>
          </a:p>
        </p:txBody>
      </p:sp>
      <p:sp>
        <p:nvSpPr>
          <p:cNvPr id="218" name="object 87"/>
          <p:cNvSpPr/>
          <p:nvPr/>
        </p:nvSpPr>
        <p:spPr>
          <a:xfrm>
            <a:off x="95400" y="197640"/>
            <a:ext cx="40194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1200" spc="-1" strike="noStrike">
                <a:solidFill>
                  <a:srgbClr val="3333b2"/>
                </a:solidFill>
                <a:latin typeface="Arial"/>
                <a:ea typeface="DejaVu Sans"/>
              </a:rPr>
              <a:t>Quick Reminder of Cloud</a:t>
            </a:r>
            <a:r>
              <a:rPr b="0" lang="en-US" sz="1200" spc="-41" strike="noStrike">
                <a:solidFill>
                  <a:srgbClr val="3333b2"/>
                </a:solidFill>
                <a:latin typeface="Arial"/>
                <a:ea typeface="DejaVu Sans"/>
              </a:rPr>
              <a:t> C</a:t>
            </a:r>
            <a:r>
              <a:rPr b="0" lang="en-US" sz="1200" spc="-12" strike="noStrike">
                <a:solidFill>
                  <a:srgbClr val="3333b2"/>
                </a:solidFill>
                <a:latin typeface="Arial"/>
                <a:ea typeface="DejaVu Sans"/>
              </a:rPr>
              <a:t>omputing Stack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219" name="object 88" descr=""/>
          <p:cNvPicPr/>
          <p:nvPr/>
        </p:nvPicPr>
        <p:blipFill>
          <a:blip r:embed="rId1"/>
          <a:stretch/>
        </p:blipFill>
        <p:spPr>
          <a:xfrm>
            <a:off x="510480" y="1026000"/>
            <a:ext cx="3583800" cy="1561680"/>
          </a:xfrm>
          <a:prstGeom prst="rect">
            <a:avLst/>
          </a:prstGeom>
          <a:ln w="0">
            <a:noFill/>
          </a:ln>
        </p:spPr>
      </p:pic>
      <p:grpSp>
        <p:nvGrpSpPr>
          <p:cNvPr id="220" name="object 89"/>
          <p:cNvGrpSpPr/>
          <p:nvPr/>
        </p:nvGrpSpPr>
        <p:grpSpPr>
          <a:xfrm>
            <a:off x="0" y="3348360"/>
            <a:ext cx="4607280" cy="106920"/>
            <a:chOff x="0" y="3348360"/>
            <a:chExt cx="4607280" cy="106920"/>
          </a:xfrm>
        </p:grpSpPr>
        <p:sp>
          <p:nvSpPr>
            <p:cNvPr id="221" name="object 90"/>
            <p:cNvSpPr/>
            <p:nvPr/>
          </p:nvSpPr>
          <p:spPr>
            <a:xfrm>
              <a:off x="0" y="3348360"/>
              <a:ext cx="2303280" cy="106920"/>
            </a:xfrm>
            <a:custGeom>
              <a:avLst/>
              <a:gdLst/>
              <a:ahLst/>
              <a:rect l="l" t="t" r="r" b="b"/>
              <a:pathLst>
                <a:path w="2304415" h="107950">
                  <a:moveTo>
                    <a:pt x="2303995" y="0"/>
                  </a:moveTo>
                  <a:lnTo>
                    <a:pt x="0" y="0"/>
                  </a:lnTo>
                  <a:lnTo>
                    <a:pt x="0" y="107530"/>
                  </a:lnTo>
                  <a:lnTo>
                    <a:pt x="2303995" y="107530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adade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2" name="object 91"/>
            <p:cNvSpPr/>
            <p:nvPr/>
          </p:nvSpPr>
          <p:spPr>
            <a:xfrm>
              <a:off x="2304000" y="3348360"/>
              <a:ext cx="2303280" cy="106920"/>
            </a:xfrm>
            <a:custGeom>
              <a:avLst/>
              <a:gdLst/>
              <a:ahLst/>
              <a:rect l="l" t="t" r="r" b="b"/>
              <a:pathLst>
                <a:path w="2304415" h="107950">
                  <a:moveTo>
                    <a:pt x="2303995" y="0"/>
                  </a:moveTo>
                  <a:lnTo>
                    <a:pt x="0" y="0"/>
                  </a:lnTo>
                  <a:lnTo>
                    <a:pt x="0" y="107530"/>
                  </a:lnTo>
                  <a:lnTo>
                    <a:pt x="2303995" y="107530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8484d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23" name="object 92"/>
          <p:cNvSpPr/>
          <p:nvPr/>
        </p:nvSpPr>
        <p:spPr>
          <a:xfrm>
            <a:off x="53640" y="3349800"/>
            <a:ext cx="499320" cy="8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360" bIns="0" anchor="t">
            <a:spAutoFit/>
          </a:bodyPr>
          <a:p>
            <a:pPr marL="12600">
              <a:lnSpc>
                <a:spcPct val="100000"/>
              </a:lnSpc>
              <a:spcBef>
                <a:spcPts val="74"/>
              </a:spcBef>
              <a:buNone/>
            </a:pP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Cloud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computing</a:t>
            </a:r>
            <a:endParaRPr b="0" lang="en-US" sz="500" spc="-1" strike="noStrike">
              <a:latin typeface="Arial"/>
            </a:endParaRPr>
          </a:p>
        </p:txBody>
      </p:sp>
    </p:spTree>
  </p:cSld>
  <p:transition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object 9"/>
          <p:cNvSpPr/>
          <p:nvPr/>
        </p:nvSpPr>
        <p:spPr>
          <a:xfrm>
            <a:off x="53640" y="-1440"/>
            <a:ext cx="393840" cy="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Architectures</a:t>
            </a:r>
            <a:endParaRPr b="0" lang="en-US" sz="500" spc="-1" strike="noStrike">
              <a:latin typeface="Arial"/>
            </a:endParaRPr>
          </a:p>
        </p:txBody>
      </p:sp>
      <p:sp>
        <p:nvSpPr>
          <p:cNvPr id="225" name="object 10"/>
          <p:cNvSpPr/>
          <p:nvPr/>
        </p:nvSpPr>
        <p:spPr>
          <a:xfrm>
            <a:off x="2304000" y="0"/>
            <a:ext cx="2303280" cy="106920"/>
          </a:xfrm>
          <a:custGeom>
            <a:avLst/>
            <a:gdLst/>
            <a:ahLst/>
            <a:rect l="l" t="t" r="r" b="b"/>
            <a:pathLst>
              <a:path w="2304415" h="107950">
                <a:moveTo>
                  <a:pt x="2303995" y="0"/>
                </a:moveTo>
                <a:lnTo>
                  <a:pt x="0" y="0"/>
                </a:lnTo>
                <a:lnTo>
                  <a:pt x="0" y="107530"/>
                </a:lnTo>
                <a:lnTo>
                  <a:pt x="2303995" y="107530"/>
                </a:lnTo>
                <a:lnTo>
                  <a:pt x="2303995" y="0"/>
                </a:lnTo>
                <a:close/>
              </a:path>
            </a:pathLst>
          </a:custGeom>
          <a:solidFill>
            <a:srgbClr val="848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6" name="object 11"/>
          <p:cNvSpPr/>
          <p:nvPr/>
        </p:nvSpPr>
        <p:spPr>
          <a:xfrm>
            <a:off x="3747960" y="-1440"/>
            <a:ext cx="806040" cy="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Hybrid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system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architectures</a:t>
            </a:r>
            <a:endParaRPr b="0" lang="en-US" sz="500" spc="-1" strike="noStrike">
              <a:latin typeface="Arial"/>
            </a:endParaRPr>
          </a:p>
        </p:txBody>
      </p:sp>
      <p:sp>
        <p:nvSpPr>
          <p:cNvPr id="227" name="object 12"/>
          <p:cNvSpPr/>
          <p:nvPr/>
        </p:nvSpPr>
        <p:spPr>
          <a:xfrm>
            <a:off x="95400" y="1421640"/>
            <a:ext cx="33336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1200" spc="-1" strike="noStrike" u="sng">
                <a:solidFill>
                  <a:srgbClr val="3333b2"/>
                </a:solidFill>
                <a:uFillTx/>
                <a:latin typeface="Arial"/>
                <a:ea typeface="DejaVu Sans"/>
              </a:rPr>
              <a:t>A bit about Amazon EC2 and S3</a:t>
            </a:r>
            <a:endParaRPr b="0" lang="en-US" sz="1200" spc="-1" strike="noStrike" u="sng">
              <a:uFillTx/>
              <a:latin typeface="Arial"/>
            </a:endParaRPr>
          </a:p>
        </p:txBody>
      </p:sp>
      <p:grpSp>
        <p:nvGrpSpPr>
          <p:cNvPr id="228" name="object 13"/>
          <p:cNvGrpSpPr/>
          <p:nvPr/>
        </p:nvGrpSpPr>
        <p:grpSpPr>
          <a:xfrm>
            <a:off x="0" y="3348360"/>
            <a:ext cx="4607280" cy="106920"/>
            <a:chOff x="0" y="3348360"/>
            <a:chExt cx="4607280" cy="106920"/>
          </a:xfrm>
        </p:grpSpPr>
        <p:sp>
          <p:nvSpPr>
            <p:cNvPr id="229" name="object 14"/>
            <p:cNvSpPr/>
            <p:nvPr/>
          </p:nvSpPr>
          <p:spPr>
            <a:xfrm>
              <a:off x="0" y="3348360"/>
              <a:ext cx="2303280" cy="106920"/>
            </a:xfrm>
            <a:custGeom>
              <a:avLst/>
              <a:gdLst/>
              <a:ahLst/>
              <a:rect l="l" t="t" r="r" b="b"/>
              <a:pathLst>
                <a:path w="2304415" h="107950">
                  <a:moveTo>
                    <a:pt x="2303995" y="0"/>
                  </a:moveTo>
                  <a:lnTo>
                    <a:pt x="0" y="0"/>
                  </a:lnTo>
                  <a:lnTo>
                    <a:pt x="0" y="107530"/>
                  </a:lnTo>
                  <a:lnTo>
                    <a:pt x="2303995" y="107530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adade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30" name="object 15"/>
            <p:cNvSpPr/>
            <p:nvPr/>
          </p:nvSpPr>
          <p:spPr>
            <a:xfrm>
              <a:off x="2304000" y="3348360"/>
              <a:ext cx="2303280" cy="106920"/>
            </a:xfrm>
            <a:custGeom>
              <a:avLst/>
              <a:gdLst/>
              <a:ahLst/>
              <a:rect l="l" t="t" r="r" b="b"/>
              <a:pathLst>
                <a:path w="2304415" h="107950">
                  <a:moveTo>
                    <a:pt x="2303995" y="0"/>
                  </a:moveTo>
                  <a:lnTo>
                    <a:pt x="0" y="0"/>
                  </a:lnTo>
                  <a:lnTo>
                    <a:pt x="0" y="107530"/>
                  </a:lnTo>
                  <a:lnTo>
                    <a:pt x="2303995" y="107530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8484d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31" name="object 16"/>
          <p:cNvSpPr/>
          <p:nvPr/>
        </p:nvSpPr>
        <p:spPr>
          <a:xfrm>
            <a:off x="53640" y="3349800"/>
            <a:ext cx="499320" cy="8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360" bIns="0" anchor="t">
            <a:spAutoFit/>
          </a:bodyPr>
          <a:p>
            <a:pPr marL="12600">
              <a:lnSpc>
                <a:spcPct val="100000"/>
              </a:lnSpc>
              <a:spcBef>
                <a:spcPts val="74"/>
              </a:spcBef>
              <a:buNone/>
            </a:pP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Cloud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computing</a:t>
            </a:r>
            <a:endParaRPr b="0" lang="en-US" sz="500" spc="-1" strike="noStrike">
              <a:latin typeface="Arial"/>
            </a:endParaRPr>
          </a:p>
        </p:txBody>
      </p:sp>
    </p:spTree>
  </p:cSld>
  <p:transition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object 48"/>
          <p:cNvSpPr/>
          <p:nvPr/>
        </p:nvSpPr>
        <p:spPr>
          <a:xfrm>
            <a:off x="53640" y="-1440"/>
            <a:ext cx="393840" cy="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Architectures</a:t>
            </a:r>
            <a:endParaRPr b="0" lang="en-US" sz="500" spc="-1" strike="noStrike">
              <a:latin typeface="Arial"/>
            </a:endParaRPr>
          </a:p>
        </p:txBody>
      </p:sp>
      <p:sp>
        <p:nvSpPr>
          <p:cNvPr id="233" name="object 49"/>
          <p:cNvSpPr/>
          <p:nvPr/>
        </p:nvSpPr>
        <p:spPr>
          <a:xfrm>
            <a:off x="2304000" y="0"/>
            <a:ext cx="2303280" cy="106920"/>
          </a:xfrm>
          <a:custGeom>
            <a:avLst/>
            <a:gdLst/>
            <a:ahLst/>
            <a:rect l="l" t="t" r="r" b="b"/>
            <a:pathLst>
              <a:path w="2304415" h="107950">
                <a:moveTo>
                  <a:pt x="2303995" y="0"/>
                </a:moveTo>
                <a:lnTo>
                  <a:pt x="0" y="0"/>
                </a:lnTo>
                <a:lnTo>
                  <a:pt x="0" y="107530"/>
                </a:lnTo>
                <a:lnTo>
                  <a:pt x="2303995" y="107530"/>
                </a:lnTo>
                <a:lnTo>
                  <a:pt x="2303995" y="0"/>
                </a:lnTo>
                <a:close/>
              </a:path>
            </a:pathLst>
          </a:custGeom>
          <a:solidFill>
            <a:srgbClr val="848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4" name="object 50"/>
          <p:cNvSpPr/>
          <p:nvPr/>
        </p:nvSpPr>
        <p:spPr>
          <a:xfrm>
            <a:off x="3747960" y="-1440"/>
            <a:ext cx="806040" cy="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Hybrid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system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architectures</a:t>
            </a:r>
            <a:endParaRPr b="0" lang="en-US" sz="500" spc="-1" strike="noStrike">
              <a:latin typeface="Arial"/>
            </a:endParaRPr>
          </a:p>
        </p:txBody>
      </p:sp>
      <p:sp>
        <p:nvSpPr>
          <p:cNvPr id="235" name="object 51"/>
          <p:cNvSpPr/>
          <p:nvPr/>
        </p:nvSpPr>
        <p:spPr>
          <a:xfrm>
            <a:off x="95400" y="197640"/>
            <a:ext cx="173304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1200" spc="-1" strike="noStrike">
                <a:solidFill>
                  <a:srgbClr val="3333b2"/>
                </a:solidFill>
                <a:latin typeface="Arial"/>
                <a:ea typeface="DejaVu Sans"/>
              </a:rPr>
              <a:t>Amazon EC2 (Compute)</a:t>
            </a:r>
            <a:endParaRPr b="0" lang="en-US" sz="1200" spc="-1" strike="noStrike">
              <a:latin typeface="Arial"/>
            </a:endParaRPr>
          </a:p>
        </p:txBody>
      </p:sp>
      <p:grpSp>
        <p:nvGrpSpPr>
          <p:cNvPr id="236" name="object 52"/>
          <p:cNvGrpSpPr/>
          <p:nvPr/>
        </p:nvGrpSpPr>
        <p:grpSpPr>
          <a:xfrm>
            <a:off x="0" y="3348360"/>
            <a:ext cx="4607280" cy="106920"/>
            <a:chOff x="0" y="3348360"/>
            <a:chExt cx="4607280" cy="106920"/>
          </a:xfrm>
        </p:grpSpPr>
        <p:sp>
          <p:nvSpPr>
            <p:cNvPr id="237" name="object 53"/>
            <p:cNvSpPr/>
            <p:nvPr/>
          </p:nvSpPr>
          <p:spPr>
            <a:xfrm>
              <a:off x="0" y="3348360"/>
              <a:ext cx="2303280" cy="106920"/>
            </a:xfrm>
            <a:custGeom>
              <a:avLst/>
              <a:gdLst/>
              <a:ahLst/>
              <a:rect l="l" t="t" r="r" b="b"/>
              <a:pathLst>
                <a:path w="2304415" h="107950">
                  <a:moveTo>
                    <a:pt x="2303995" y="0"/>
                  </a:moveTo>
                  <a:lnTo>
                    <a:pt x="0" y="0"/>
                  </a:lnTo>
                  <a:lnTo>
                    <a:pt x="0" y="107530"/>
                  </a:lnTo>
                  <a:lnTo>
                    <a:pt x="2303995" y="107530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adade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38" name="object 54"/>
            <p:cNvSpPr/>
            <p:nvPr/>
          </p:nvSpPr>
          <p:spPr>
            <a:xfrm>
              <a:off x="2304000" y="3348360"/>
              <a:ext cx="2303280" cy="106920"/>
            </a:xfrm>
            <a:custGeom>
              <a:avLst/>
              <a:gdLst/>
              <a:ahLst/>
              <a:rect l="l" t="t" r="r" b="b"/>
              <a:pathLst>
                <a:path w="2304415" h="107950">
                  <a:moveTo>
                    <a:pt x="2303995" y="0"/>
                  </a:moveTo>
                  <a:lnTo>
                    <a:pt x="0" y="0"/>
                  </a:lnTo>
                  <a:lnTo>
                    <a:pt x="0" y="107530"/>
                  </a:lnTo>
                  <a:lnTo>
                    <a:pt x="2303995" y="107530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8484d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39" name="object 55"/>
          <p:cNvSpPr/>
          <p:nvPr/>
        </p:nvSpPr>
        <p:spPr>
          <a:xfrm>
            <a:off x="53640" y="3349800"/>
            <a:ext cx="499320" cy="8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360" bIns="0" anchor="t">
            <a:spAutoFit/>
          </a:bodyPr>
          <a:p>
            <a:pPr marL="12600">
              <a:lnSpc>
                <a:spcPct val="100000"/>
              </a:lnSpc>
              <a:spcBef>
                <a:spcPts val="74"/>
              </a:spcBef>
              <a:buNone/>
            </a:pP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Cloud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computing</a:t>
            </a:r>
            <a:endParaRPr b="0" lang="en-US" sz="500" spc="-1" strike="noStrike">
              <a:latin typeface="Arial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53280" y="719280"/>
            <a:ext cx="4492080" cy="858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200" spc="-1" strike="noStrike">
                <a:latin typeface="Arial"/>
              </a:rPr>
              <a:t>Secure and resizable compute capacity for virtually 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latin typeface="Arial"/>
              </a:rPr>
              <a:t>any workload</a:t>
            </a:r>
            <a:endParaRPr b="0" lang="en-US" sz="1200" spc="-1" strike="noStrike">
              <a:latin typeface="Arial"/>
            </a:endParaRPr>
          </a:p>
          <a:p>
            <a:endParaRPr b="0" lang="en-US" sz="1200" spc="-1" strike="noStrike">
              <a:latin typeface="Arial"/>
            </a:endParaRPr>
          </a:p>
        </p:txBody>
      </p:sp>
    </p:spTree>
  </p:cSld>
  <p:transition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object 24"/>
          <p:cNvSpPr/>
          <p:nvPr/>
        </p:nvSpPr>
        <p:spPr>
          <a:xfrm>
            <a:off x="53640" y="-1440"/>
            <a:ext cx="393840" cy="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Architectures</a:t>
            </a:r>
            <a:endParaRPr b="0" lang="en-US" sz="500" spc="-1" strike="noStrike">
              <a:latin typeface="Arial"/>
            </a:endParaRPr>
          </a:p>
        </p:txBody>
      </p:sp>
      <p:sp>
        <p:nvSpPr>
          <p:cNvPr id="242" name="object 25"/>
          <p:cNvSpPr/>
          <p:nvPr/>
        </p:nvSpPr>
        <p:spPr>
          <a:xfrm>
            <a:off x="2304000" y="0"/>
            <a:ext cx="2303280" cy="106920"/>
          </a:xfrm>
          <a:custGeom>
            <a:avLst/>
            <a:gdLst/>
            <a:ahLst/>
            <a:rect l="l" t="t" r="r" b="b"/>
            <a:pathLst>
              <a:path w="2304415" h="107950">
                <a:moveTo>
                  <a:pt x="2303995" y="0"/>
                </a:moveTo>
                <a:lnTo>
                  <a:pt x="0" y="0"/>
                </a:lnTo>
                <a:lnTo>
                  <a:pt x="0" y="107530"/>
                </a:lnTo>
                <a:lnTo>
                  <a:pt x="2303995" y="107530"/>
                </a:lnTo>
                <a:lnTo>
                  <a:pt x="2303995" y="0"/>
                </a:lnTo>
                <a:close/>
              </a:path>
            </a:pathLst>
          </a:custGeom>
          <a:solidFill>
            <a:srgbClr val="848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3" name="object 26"/>
          <p:cNvSpPr/>
          <p:nvPr/>
        </p:nvSpPr>
        <p:spPr>
          <a:xfrm>
            <a:off x="3747960" y="-1440"/>
            <a:ext cx="806040" cy="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Hybrid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system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architectures</a:t>
            </a:r>
            <a:endParaRPr b="0" lang="en-US" sz="500" spc="-1" strike="noStrike">
              <a:latin typeface="Arial"/>
            </a:endParaRPr>
          </a:p>
        </p:txBody>
      </p:sp>
      <p:sp>
        <p:nvSpPr>
          <p:cNvPr id="244" name="object 27"/>
          <p:cNvSpPr/>
          <p:nvPr/>
        </p:nvSpPr>
        <p:spPr>
          <a:xfrm>
            <a:off x="95400" y="197640"/>
            <a:ext cx="28764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1200" spc="-1" strike="noStrike">
                <a:solidFill>
                  <a:srgbClr val="3333b2"/>
                </a:solidFill>
                <a:latin typeface="Arial"/>
                <a:ea typeface="DejaVu Sans"/>
              </a:rPr>
              <a:t>Amazon EC2 (Compute) - Pricing</a:t>
            </a:r>
            <a:endParaRPr b="0" lang="en-US" sz="1200" spc="-1" strike="noStrike">
              <a:latin typeface="Arial"/>
            </a:endParaRPr>
          </a:p>
        </p:txBody>
      </p:sp>
      <p:grpSp>
        <p:nvGrpSpPr>
          <p:cNvPr id="245" name="object 28"/>
          <p:cNvGrpSpPr/>
          <p:nvPr/>
        </p:nvGrpSpPr>
        <p:grpSpPr>
          <a:xfrm>
            <a:off x="0" y="3348360"/>
            <a:ext cx="4607280" cy="106920"/>
            <a:chOff x="0" y="3348360"/>
            <a:chExt cx="4607280" cy="106920"/>
          </a:xfrm>
        </p:grpSpPr>
        <p:sp>
          <p:nvSpPr>
            <p:cNvPr id="246" name="object 29"/>
            <p:cNvSpPr/>
            <p:nvPr/>
          </p:nvSpPr>
          <p:spPr>
            <a:xfrm>
              <a:off x="0" y="3348360"/>
              <a:ext cx="2303280" cy="106920"/>
            </a:xfrm>
            <a:custGeom>
              <a:avLst/>
              <a:gdLst/>
              <a:ahLst/>
              <a:rect l="l" t="t" r="r" b="b"/>
              <a:pathLst>
                <a:path w="2304415" h="107950">
                  <a:moveTo>
                    <a:pt x="2303995" y="0"/>
                  </a:moveTo>
                  <a:lnTo>
                    <a:pt x="0" y="0"/>
                  </a:lnTo>
                  <a:lnTo>
                    <a:pt x="0" y="107530"/>
                  </a:lnTo>
                  <a:lnTo>
                    <a:pt x="2303995" y="107530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adade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47" name="object 30"/>
            <p:cNvSpPr/>
            <p:nvPr/>
          </p:nvSpPr>
          <p:spPr>
            <a:xfrm>
              <a:off x="2304000" y="3348360"/>
              <a:ext cx="2303280" cy="106920"/>
            </a:xfrm>
            <a:custGeom>
              <a:avLst/>
              <a:gdLst/>
              <a:ahLst/>
              <a:rect l="l" t="t" r="r" b="b"/>
              <a:pathLst>
                <a:path w="2304415" h="107950">
                  <a:moveTo>
                    <a:pt x="2303995" y="0"/>
                  </a:moveTo>
                  <a:lnTo>
                    <a:pt x="0" y="0"/>
                  </a:lnTo>
                  <a:lnTo>
                    <a:pt x="0" y="107530"/>
                  </a:lnTo>
                  <a:lnTo>
                    <a:pt x="2303995" y="107530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8484d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48" name="object 31"/>
          <p:cNvSpPr/>
          <p:nvPr/>
        </p:nvSpPr>
        <p:spPr>
          <a:xfrm>
            <a:off x="53640" y="3349800"/>
            <a:ext cx="499320" cy="8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360" bIns="0" anchor="t">
            <a:spAutoFit/>
          </a:bodyPr>
          <a:p>
            <a:pPr marL="12600">
              <a:lnSpc>
                <a:spcPct val="100000"/>
              </a:lnSpc>
              <a:spcBef>
                <a:spcPts val="74"/>
              </a:spcBef>
              <a:buNone/>
            </a:pP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Cloud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computing</a:t>
            </a:r>
            <a:endParaRPr b="0" lang="en-US" sz="500" spc="-1" strike="noStrike">
              <a:latin typeface="Arial"/>
            </a:endParaRPr>
          </a:p>
        </p:txBody>
      </p:sp>
      <p:pic>
        <p:nvPicPr>
          <p:cNvPr id="249" name="" descr=""/>
          <p:cNvPicPr/>
          <p:nvPr/>
        </p:nvPicPr>
        <p:blipFill>
          <a:blip r:embed="rId1"/>
          <a:stretch/>
        </p:blipFill>
        <p:spPr>
          <a:xfrm>
            <a:off x="113040" y="644400"/>
            <a:ext cx="4230360" cy="1713600"/>
          </a:xfrm>
          <a:prstGeom prst="rect">
            <a:avLst/>
          </a:prstGeom>
          <a:ln w="0">
            <a:noFill/>
          </a:ln>
        </p:spPr>
      </p:pic>
    </p:spTree>
  </p:cSld>
  <p:transition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object 8"/>
          <p:cNvSpPr/>
          <p:nvPr/>
        </p:nvSpPr>
        <p:spPr>
          <a:xfrm>
            <a:off x="53640" y="-1440"/>
            <a:ext cx="393840" cy="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Architectures</a:t>
            </a:r>
            <a:endParaRPr b="0" lang="en-US" sz="500" spc="-1" strike="noStrike">
              <a:latin typeface="Arial"/>
            </a:endParaRPr>
          </a:p>
        </p:txBody>
      </p:sp>
      <p:sp>
        <p:nvSpPr>
          <p:cNvPr id="251" name="object 17"/>
          <p:cNvSpPr/>
          <p:nvPr/>
        </p:nvSpPr>
        <p:spPr>
          <a:xfrm>
            <a:off x="2304000" y="0"/>
            <a:ext cx="2303280" cy="106920"/>
          </a:xfrm>
          <a:custGeom>
            <a:avLst/>
            <a:gdLst/>
            <a:ahLst/>
            <a:rect l="l" t="t" r="r" b="b"/>
            <a:pathLst>
              <a:path w="2304415" h="107950">
                <a:moveTo>
                  <a:pt x="2303995" y="0"/>
                </a:moveTo>
                <a:lnTo>
                  <a:pt x="0" y="0"/>
                </a:lnTo>
                <a:lnTo>
                  <a:pt x="0" y="107530"/>
                </a:lnTo>
                <a:lnTo>
                  <a:pt x="2303995" y="107530"/>
                </a:lnTo>
                <a:lnTo>
                  <a:pt x="2303995" y="0"/>
                </a:lnTo>
                <a:close/>
              </a:path>
            </a:pathLst>
          </a:custGeom>
          <a:solidFill>
            <a:srgbClr val="848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object 18"/>
          <p:cNvSpPr/>
          <p:nvPr/>
        </p:nvSpPr>
        <p:spPr>
          <a:xfrm>
            <a:off x="3747960" y="-1440"/>
            <a:ext cx="806040" cy="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Hybrid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system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architectures</a:t>
            </a:r>
            <a:endParaRPr b="0" lang="en-US" sz="500" spc="-1" strike="noStrike">
              <a:latin typeface="Arial"/>
            </a:endParaRPr>
          </a:p>
        </p:txBody>
      </p:sp>
      <p:sp>
        <p:nvSpPr>
          <p:cNvPr id="253" name="object 19"/>
          <p:cNvSpPr/>
          <p:nvPr/>
        </p:nvSpPr>
        <p:spPr>
          <a:xfrm>
            <a:off x="95400" y="197640"/>
            <a:ext cx="173304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1200" spc="-1" strike="noStrike">
                <a:solidFill>
                  <a:srgbClr val="3333b2"/>
                </a:solidFill>
                <a:latin typeface="Arial"/>
                <a:ea typeface="DejaVu Sans"/>
              </a:rPr>
              <a:t>Amazon S3 (Storage)</a:t>
            </a:r>
            <a:endParaRPr b="0" lang="en-US" sz="1200" spc="-1" strike="noStrike">
              <a:latin typeface="Arial"/>
            </a:endParaRPr>
          </a:p>
        </p:txBody>
      </p:sp>
      <p:grpSp>
        <p:nvGrpSpPr>
          <p:cNvPr id="254" name="object 20"/>
          <p:cNvGrpSpPr/>
          <p:nvPr/>
        </p:nvGrpSpPr>
        <p:grpSpPr>
          <a:xfrm>
            <a:off x="0" y="3348360"/>
            <a:ext cx="4607280" cy="106920"/>
            <a:chOff x="0" y="3348360"/>
            <a:chExt cx="4607280" cy="106920"/>
          </a:xfrm>
        </p:grpSpPr>
        <p:sp>
          <p:nvSpPr>
            <p:cNvPr id="255" name="object 21"/>
            <p:cNvSpPr/>
            <p:nvPr/>
          </p:nvSpPr>
          <p:spPr>
            <a:xfrm>
              <a:off x="0" y="3348360"/>
              <a:ext cx="2303280" cy="106920"/>
            </a:xfrm>
            <a:custGeom>
              <a:avLst/>
              <a:gdLst/>
              <a:ahLst/>
              <a:rect l="l" t="t" r="r" b="b"/>
              <a:pathLst>
                <a:path w="2304415" h="107950">
                  <a:moveTo>
                    <a:pt x="2303995" y="0"/>
                  </a:moveTo>
                  <a:lnTo>
                    <a:pt x="0" y="0"/>
                  </a:lnTo>
                  <a:lnTo>
                    <a:pt x="0" y="107530"/>
                  </a:lnTo>
                  <a:lnTo>
                    <a:pt x="2303995" y="107530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adade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56" name="object 22"/>
            <p:cNvSpPr/>
            <p:nvPr/>
          </p:nvSpPr>
          <p:spPr>
            <a:xfrm>
              <a:off x="2304000" y="3348360"/>
              <a:ext cx="2303280" cy="106920"/>
            </a:xfrm>
            <a:custGeom>
              <a:avLst/>
              <a:gdLst/>
              <a:ahLst/>
              <a:rect l="l" t="t" r="r" b="b"/>
              <a:pathLst>
                <a:path w="2304415" h="107950">
                  <a:moveTo>
                    <a:pt x="2303995" y="0"/>
                  </a:moveTo>
                  <a:lnTo>
                    <a:pt x="0" y="0"/>
                  </a:lnTo>
                  <a:lnTo>
                    <a:pt x="0" y="107530"/>
                  </a:lnTo>
                  <a:lnTo>
                    <a:pt x="2303995" y="107530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8484d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57" name="object 23"/>
          <p:cNvSpPr/>
          <p:nvPr/>
        </p:nvSpPr>
        <p:spPr>
          <a:xfrm>
            <a:off x="53640" y="3349800"/>
            <a:ext cx="499320" cy="8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360" bIns="0" anchor="t">
            <a:spAutoFit/>
          </a:bodyPr>
          <a:p>
            <a:pPr marL="12600">
              <a:lnSpc>
                <a:spcPct val="100000"/>
              </a:lnSpc>
              <a:spcBef>
                <a:spcPts val="74"/>
              </a:spcBef>
              <a:buNone/>
            </a:pP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Cloud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computing</a:t>
            </a:r>
            <a:endParaRPr b="0" lang="en-US" sz="500" spc="-1" strike="noStrike">
              <a:latin typeface="Arial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35280" y="899280"/>
            <a:ext cx="4308120" cy="858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200" spc="-1" strike="noStrike">
                <a:latin typeface="Arial"/>
              </a:rPr>
              <a:t>Object storage built to store and retrieve any amount 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latin typeface="Arial"/>
              </a:rPr>
              <a:t>of data from anywhere</a:t>
            </a:r>
            <a:endParaRPr b="0" lang="en-US" sz="1200" spc="-1" strike="noStrike">
              <a:latin typeface="Arial"/>
            </a:endParaRPr>
          </a:p>
          <a:p>
            <a:endParaRPr b="0" lang="en-US" sz="1800" spc="-1" strike="noStrike">
              <a:latin typeface="Arial"/>
            </a:endParaRPr>
          </a:p>
        </p:txBody>
      </p:sp>
    </p:spTree>
  </p:cSld>
  <p:transition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object 40"/>
          <p:cNvSpPr/>
          <p:nvPr/>
        </p:nvSpPr>
        <p:spPr>
          <a:xfrm>
            <a:off x="53640" y="-1440"/>
            <a:ext cx="393840" cy="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Architectures</a:t>
            </a:r>
            <a:endParaRPr b="0" lang="en-US" sz="500" spc="-1" strike="noStrike">
              <a:latin typeface="Arial"/>
            </a:endParaRPr>
          </a:p>
        </p:txBody>
      </p:sp>
      <p:sp>
        <p:nvSpPr>
          <p:cNvPr id="260" name="object 41"/>
          <p:cNvSpPr/>
          <p:nvPr/>
        </p:nvSpPr>
        <p:spPr>
          <a:xfrm>
            <a:off x="2304000" y="0"/>
            <a:ext cx="2303280" cy="106920"/>
          </a:xfrm>
          <a:custGeom>
            <a:avLst/>
            <a:gdLst/>
            <a:ahLst/>
            <a:rect l="l" t="t" r="r" b="b"/>
            <a:pathLst>
              <a:path w="2304415" h="107950">
                <a:moveTo>
                  <a:pt x="2303995" y="0"/>
                </a:moveTo>
                <a:lnTo>
                  <a:pt x="0" y="0"/>
                </a:lnTo>
                <a:lnTo>
                  <a:pt x="0" y="107530"/>
                </a:lnTo>
                <a:lnTo>
                  <a:pt x="2303995" y="107530"/>
                </a:lnTo>
                <a:lnTo>
                  <a:pt x="2303995" y="0"/>
                </a:lnTo>
                <a:close/>
              </a:path>
            </a:pathLst>
          </a:custGeom>
          <a:solidFill>
            <a:srgbClr val="848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1" name="object 42"/>
          <p:cNvSpPr/>
          <p:nvPr/>
        </p:nvSpPr>
        <p:spPr>
          <a:xfrm>
            <a:off x="3747960" y="-1440"/>
            <a:ext cx="806040" cy="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Hybrid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system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architectures</a:t>
            </a:r>
            <a:endParaRPr b="0" lang="en-US" sz="500" spc="-1" strike="noStrike">
              <a:latin typeface="Arial"/>
            </a:endParaRPr>
          </a:p>
        </p:txBody>
      </p:sp>
      <p:sp>
        <p:nvSpPr>
          <p:cNvPr id="262" name="object 43"/>
          <p:cNvSpPr/>
          <p:nvPr/>
        </p:nvSpPr>
        <p:spPr>
          <a:xfrm>
            <a:off x="95400" y="197640"/>
            <a:ext cx="173304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1200" spc="-1" strike="noStrike">
                <a:solidFill>
                  <a:srgbClr val="3333b2"/>
                </a:solidFill>
                <a:latin typeface="Arial"/>
                <a:ea typeface="DejaVu Sans"/>
              </a:rPr>
              <a:t>Amazon S3 (Storage)</a:t>
            </a:r>
            <a:endParaRPr b="0" lang="en-US" sz="1200" spc="-1" strike="noStrike">
              <a:latin typeface="Arial"/>
            </a:endParaRPr>
          </a:p>
        </p:txBody>
      </p:sp>
      <p:grpSp>
        <p:nvGrpSpPr>
          <p:cNvPr id="263" name="object 44"/>
          <p:cNvGrpSpPr/>
          <p:nvPr/>
        </p:nvGrpSpPr>
        <p:grpSpPr>
          <a:xfrm>
            <a:off x="0" y="3348360"/>
            <a:ext cx="4607280" cy="106920"/>
            <a:chOff x="0" y="3348360"/>
            <a:chExt cx="4607280" cy="106920"/>
          </a:xfrm>
        </p:grpSpPr>
        <p:sp>
          <p:nvSpPr>
            <p:cNvPr id="264" name="object 45"/>
            <p:cNvSpPr/>
            <p:nvPr/>
          </p:nvSpPr>
          <p:spPr>
            <a:xfrm>
              <a:off x="0" y="3348360"/>
              <a:ext cx="2303280" cy="106920"/>
            </a:xfrm>
            <a:custGeom>
              <a:avLst/>
              <a:gdLst/>
              <a:ahLst/>
              <a:rect l="l" t="t" r="r" b="b"/>
              <a:pathLst>
                <a:path w="2304415" h="107950">
                  <a:moveTo>
                    <a:pt x="2303995" y="0"/>
                  </a:moveTo>
                  <a:lnTo>
                    <a:pt x="0" y="0"/>
                  </a:lnTo>
                  <a:lnTo>
                    <a:pt x="0" y="107530"/>
                  </a:lnTo>
                  <a:lnTo>
                    <a:pt x="2303995" y="107530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adade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65" name="object 46"/>
            <p:cNvSpPr/>
            <p:nvPr/>
          </p:nvSpPr>
          <p:spPr>
            <a:xfrm>
              <a:off x="2304000" y="3348360"/>
              <a:ext cx="2303280" cy="106920"/>
            </a:xfrm>
            <a:custGeom>
              <a:avLst/>
              <a:gdLst/>
              <a:ahLst/>
              <a:rect l="l" t="t" r="r" b="b"/>
              <a:pathLst>
                <a:path w="2304415" h="107950">
                  <a:moveTo>
                    <a:pt x="2303995" y="0"/>
                  </a:moveTo>
                  <a:lnTo>
                    <a:pt x="0" y="0"/>
                  </a:lnTo>
                  <a:lnTo>
                    <a:pt x="0" y="107530"/>
                  </a:lnTo>
                  <a:lnTo>
                    <a:pt x="2303995" y="107530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8484d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66" name="object 47"/>
          <p:cNvSpPr/>
          <p:nvPr/>
        </p:nvSpPr>
        <p:spPr>
          <a:xfrm>
            <a:off x="53640" y="3349800"/>
            <a:ext cx="499320" cy="8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360" bIns="0" anchor="t">
            <a:spAutoFit/>
          </a:bodyPr>
          <a:p>
            <a:pPr marL="12600">
              <a:lnSpc>
                <a:spcPct val="100000"/>
              </a:lnSpc>
              <a:spcBef>
                <a:spcPts val="74"/>
              </a:spcBef>
              <a:buNone/>
            </a:pP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Cloud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computing</a:t>
            </a:r>
            <a:endParaRPr b="0" lang="en-US" sz="500" spc="-1" strike="noStrike">
              <a:latin typeface="Arial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35280" y="899280"/>
            <a:ext cx="4308120" cy="858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200" spc="-1" strike="noStrike">
                <a:latin typeface="Arial"/>
              </a:rPr>
              <a:t>Object storage built to store and retrieve any amount 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latin typeface="Arial"/>
              </a:rPr>
              <a:t>of data from anywhere</a:t>
            </a:r>
            <a:endParaRPr b="0" lang="en-US" sz="1200" spc="-1" strike="noStrike">
              <a:latin typeface="Arial"/>
            </a:endParaRPr>
          </a:p>
          <a:p>
            <a:endParaRPr b="0" lang="en-US" sz="1800" spc="-1" strike="noStrike">
              <a:latin typeface="Arial"/>
            </a:endParaRPr>
          </a:p>
        </p:txBody>
      </p:sp>
      <p:pic>
        <p:nvPicPr>
          <p:cNvPr id="268" name="" descr=""/>
          <p:cNvPicPr/>
          <p:nvPr/>
        </p:nvPicPr>
        <p:blipFill>
          <a:blip r:embed="rId1"/>
          <a:stretch/>
        </p:blipFill>
        <p:spPr>
          <a:xfrm>
            <a:off x="120240" y="1608840"/>
            <a:ext cx="4223160" cy="1324080"/>
          </a:xfrm>
          <a:prstGeom prst="rect">
            <a:avLst/>
          </a:prstGeom>
          <a:ln w="0">
            <a:noFill/>
          </a:ln>
        </p:spPr>
      </p:pic>
    </p:spTree>
  </p:cSld>
  <p:transition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object 32"/>
          <p:cNvSpPr/>
          <p:nvPr/>
        </p:nvSpPr>
        <p:spPr>
          <a:xfrm>
            <a:off x="53640" y="-1440"/>
            <a:ext cx="393840" cy="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Architectures</a:t>
            </a:r>
            <a:endParaRPr b="0" lang="en-US" sz="500" spc="-1" strike="noStrike">
              <a:latin typeface="Arial"/>
            </a:endParaRPr>
          </a:p>
        </p:txBody>
      </p:sp>
      <p:sp>
        <p:nvSpPr>
          <p:cNvPr id="270" name="object 33"/>
          <p:cNvSpPr/>
          <p:nvPr/>
        </p:nvSpPr>
        <p:spPr>
          <a:xfrm>
            <a:off x="2304000" y="0"/>
            <a:ext cx="2303280" cy="106920"/>
          </a:xfrm>
          <a:custGeom>
            <a:avLst/>
            <a:gdLst/>
            <a:ahLst/>
            <a:rect l="l" t="t" r="r" b="b"/>
            <a:pathLst>
              <a:path w="2304415" h="107950">
                <a:moveTo>
                  <a:pt x="2303995" y="0"/>
                </a:moveTo>
                <a:lnTo>
                  <a:pt x="0" y="0"/>
                </a:lnTo>
                <a:lnTo>
                  <a:pt x="0" y="107530"/>
                </a:lnTo>
                <a:lnTo>
                  <a:pt x="2303995" y="107530"/>
                </a:lnTo>
                <a:lnTo>
                  <a:pt x="2303995" y="0"/>
                </a:lnTo>
                <a:close/>
              </a:path>
            </a:pathLst>
          </a:custGeom>
          <a:solidFill>
            <a:srgbClr val="8484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1" name="object 34"/>
          <p:cNvSpPr/>
          <p:nvPr/>
        </p:nvSpPr>
        <p:spPr>
          <a:xfrm>
            <a:off x="3747960" y="-1440"/>
            <a:ext cx="806040" cy="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Hybrid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system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architectures</a:t>
            </a:r>
            <a:endParaRPr b="0" lang="en-US" sz="500" spc="-1" strike="noStrike">
              <a:latin typeface="Arial"/>
            </a:endParaRPr>
          </a:p>
        </p:txBody>
      </p:sp>
      <p:sp>
        <p:nvSpPr>
          <p:cNvPr id="272" name="object 35"/>
          <p:cNvSpPr/>
          <p:nvPr/>
        </p:nvSpPr>
        <p:spPr>
          <a:xfrm>
            <a:off x="95400" y="197640"/>
            <a:ext cx="28764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  <a:buNone/>
            </a:pPr>
            <a:r>
              <a:rPr b="0" lang="en-US" sz="1200" spc="-1" strike="noStrike">
                <a:solidFill>
                  <a:srgbClr val="3333b2"/>
                </a:solidFill>
                <a:latin typeface="Arial"/>
                <a:ea typeface="DejaVu Sans"/>
              </a:rPr>
              <a:t>Amazon S3 (Storage) - Pricing</a:t>
            </a:r>
            <a:endParaRPr b="0" lang="en-US" sz="1200" spc="-1" strike="noStrike">
              <a:latin typeface="Arial"/>
            </a:endParaRPr>
          </a:p>
        </p:txBody>
      </p:sp>
      <p:grpSp>
        <p:nvGrpSpPr>
          <p:cNvPr id="273" name="object 36"/>
          <p:cNvGrpSpPr/>
          <p:nvPr/>
        </p:nvGrpSpPr>
        <p:grpSpPr>
          <a:xfrm>
            <a:off x="0" y="3348360"/>
            <a:ext cx="4607280" cy="106920"/>
            <a:chOff x="0" y="3348360"/>
            <a:chExt cx="4607280" cy="106920"/>
          </a:xfrm>
        </p:grpSpPr>
        <p:sp>
          <p:nvSpPr>
            <p:cNvPr id="274" name="object 37"/>
            <p:cNvSpPr/>
            <p:nvPr/>
          </p:nvSpPr>
          <p:spPr>
            <a:xfrm>
              <a:off x="0" y="3348360"/>
              <a:ext cx="2303280" cy="106920"/>
            </a:xfrm>
            <a:custGeom>
              <a:avLst/>
              <a:gdLst/>
              <a:ahLst/>
              <a:rect l="l" t="t" r="r" b="b"/>
              <a:pathLst>
                <a:path w="2304415" h="107950">
                  <a:moveTo>
                    <a:pt x="2303995" y="0"/>
                  </a:moveTo>
                  <a:lnTo>
                    <a:pt x="0" y="0"/>
                  </a:lnTo>
                  <a:lnTo>
                    <a:pt x="0" y="107530"/>
                  </a:lnTo>
                  <a:lnTo>
                    <a:pt x="2303995" y="107530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adade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75" name="object 38"/>
            <p:cNvSpPr/>
            <p:nvPr/>
          </p:nvSpPr>
          <p:spPr>
            <a:xfrm>
              <a:off x="2304000" y="3348360"/>
              <a:ext cx="2303280" cy="106920"/>
            </a:xfrm>
            <a:custGeom>
              <a:avLst/>
              <a:gdLst/>
              <a:ahLst/>
              <a:rect l="l" t="t" r="r" b="b"/>
              <a:pathLst>
                <a:path w="2304415" h="107950">
                  <a:moveTo>
                    <a:pt x="2303995" y="0"/>
                  </a:moveTo>
                  <a:lnTo>
                    <a:pt x="0" y="0"/>
                  </a:lnTo>
                  <a:lnTo>
                    <a:pt x="0" y="107530"/>
                  </a:lnTo>
                  <a:lnTo>
                    <a:pt x="2303995" y="107530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8484d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76" name="object 39"/>
          <p:cNvSpPr/>
          <p:nvPr/>
        </p:nvSpPr>
        <p:spPr>
          <a:xfrm>
            <a:off x="53640" y="3349800"/>
            <a:ext cx="499320" cy="8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9360" bIns="0" anchor="t">
            <a:spAutoFit/>
          </a:bodyPr>
          <a:p>
            <a:pPr marL="12600">
              <a:lnSpc>
                <a:spcPct val="100000"/>
              </a:lnSpc>
              <a:spcBef>
                <a:spcPts val="74"/>
              </a:spcBef>
              <a:buNone/>
            </a:pPr>
            <a:r>
              <a:rPr b="0" lang="en-US" sz="500" spc="-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Cloud</a:t>
            </a:r>
            <a:r>
              <a:rPr b="0" lang="en-US" sz="500" spc="-21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 </a:t>
            </a:r>
            <a:r>
              <a:rPr b="0" lang="en-US" sz="500" spc="-12" strike="noStrike" u="sng">
                <a:solidFill>
                  <a:srgbClr val="0000ff"/>
                </a:solidFill>
                <a:uFillTx/>
                <a:latin typeface="Arial"/>
                <a:ea typeface="DejaVu Sans"/>
              </a:rPr>
              <a:t>computing</a:t>
            </a:r>
            <a:endParaRPr b="0" lang="en-US" sz="500" spc="-1" strike="noStrike">
              <a:latin typeface="Arial"/>
            </a:endParaRPr>
          </a:p>
        </p:txBody>
      </p:sp>
      <p:pic>
        <p:nvPicPr>
          <p:cNvPr id="277" name="" descr=""/>
          <p:cNvPicPr/>
          <p:nvPr/>
        </p:nvPicPr>
        <p:blipFill>
          <a:blip r:embed="rId1"/>
          <a:stretch/>
        </p:blipFill>
        <p:spPr>
          <a:xfrm>
            <a:off x="46800" y="745200"/>
            <a:ext cx="4296600" cy="1711080"/>
          </a:xfrm>
          <a:prstGeom prst="rect">
            <a:avLst/>
          </a:prstGeom>
          <a:ln w="0">
            <a:noFill/>
          </a:ln>
        </p:spPr>
      </p:pic>
      <p:sp>
        <p:nvSpPr>
          <p:cNvPr id="278" name=""/>
          <p:cNvSpPr txBox="1"/>
          <p:nvPr/>
        </p:nvSpPr>
        <p:spPr>
          <a:xfrm>
            <a:off x="65880" y="2991240"/>
            <a:ext cx="3746880" cy="34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000" spc="-1" strike="noStrike">
                <a:latin typeface="Arial"/>
              </a:rPr>
              <a:t>https://aws.amazon.com/s3/pricing/</a:t>
            </a:r>
            <a:endParaRPr b="0" lang="en-US" sz="1000" spc="-1" strike="noStrike">
              <a:latin typeface="Arial"/>
            </a:endParaRPr>
          </a:p>
        </p:txBody>
      </p:sp>
    </p:spTree>
  </p:cSld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833</TotalTime>
  <Application>LibreOffice/7.3.4.2$Windows_X86_64 LibreOffice_project/728fec16bd5f605073805c3c9e7c4212a0120dc5</Application>
  <AppVersion>15.0000</AppVersion>
  <Words>5292</Words>
  <Paragraphs>819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2023-04-27T05:42:13Z</dcterms:created>
  <dc:creator/>
  <dc:description/>
  <dc:language>en-US</dc:language>
  <cp:lastModifiedBy>Adam Tashman</cp:lastModifiedBy>
  <dcterms:modified xsi:type="dcterms:W3CDTF">2025-10-27T09:11:11Z</dcterms:modified>
  <cp:revision>70</cp:revision>
  <dc:subject/>
  <dc:title>Distributed Systems   (4th edition, version 01)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2023-04-27T00:00:00Z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2023-04-27T00:00:00Z</vt:filetime>
  </property>
  <property fmtid="{D5CDD505-2E9C-101B-9397-08002B2CF9AE}" pid="5" name="PTEX.Fullbanner">
    <vt:lpwstr>This is pdfTeX, Version 3.141592653-2.6-1.40.24 (TeX Live 2022) kpathsea version 6.3.4</vt:lpwstr>
  </property>
  <property fmtid="{D5CDD505-2E9C-101B-9397-08002B2CF9AE}" pid="6" name="PresentationFormat">
    <vt:lpwstr>Custom</vt:lpwstr>
  </property>
  <property fmtid="{D5CDD505-2E9C-101B-9397-08002B2CF9AE}" pid="7" name="Producer">
    <vt:lpwstr>pdfTeX-1.40.24</vt:lpwstr>
  </property>
  <property fmtid="{D5CDD505-2E9C-101B-9397-08002B2CF9AE}" pid="8" name="Slides">
    <vt:i4>87</vt:i4>
  </property>
</Properties>
</file>